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C2FB"/>
    <a:srgbClr val="D1EAF0"/>
    <a:srgbClr val="BCD4E6"/>
    <a:srgbClr val="1034A6"/>
    <a:srgbClr val="191970"/>
    <a:srgbClr val="007FFF"/>
    <a:srgbClr val="643200"/>
    <a:srgbClr val="7F432F"/>
    <a:srgbClr val="060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70" d="100"/>
          <a:sy n="70" d="100"/>
        </p:scale>
        <p:origin x="112" y="1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C1A816-2209-8637-892F-892B8F420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889795-BB0B-F60C-DCDE-2B5C3EAAF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7CD2AAC-8E39-7503-C724-F8F75D0E0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8C77AE-576F-0FF1-9314-DC0F6A7C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96B175-48AC-8685-D97E-1ED552C8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70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DD0A66-EB40-98D8-0AD5-E0EE46C12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A94E4D-ECE0-0087-A3EE-0C3B4B9B3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0B9A3F-9D93-B5D3-2828-052375FB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B79F36-61B1-AC42-C0D9-B34DFC458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E50904-2981-7723-E362-332E3830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29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ED9622-5BEC-3BE4-372E-8733EDC6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AB4B8B-1E57-7CF3-07A5-9F7CC4141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ED2EAE-4CC7-92A0-1DD8-3EFCD4270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078DAFC-ED3D-8AA1-0C06-FCFBFE6F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A50DB51-6A1C-9151-C298-8AF9110A0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568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745AB0-3799-40D8-D295-C939A675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0114E1-AF34-40E3-F7E5-D42A9DF5D6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CC5CF6-170A-75D3-32F3-224DBCF4B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CBD6B0-5AD9-C194-B333-32EE7F68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082815-D74D-5CED-B1EB-5A51AA05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6D70-CAB4-6C75-0E3B-84589301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1746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8169F8-4CE1-2942-3DDE-BE5CDE90C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9DD7B3D-9055-5DC0-DF65-69A6A80E1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129490-5576-139D-697E-487B5F90F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BC22D09-294F-776B-95A0-054611A9E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26790C-557A-119C-D1B0-03F1F4A6A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32E58EE-A8B8-0EA2-8240-139001561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E53BD16-2057-8B5D-3226-E58F0B637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24B63F-F107-9C12-FEC0-5D0CA9132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5001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604696-6363-26AB-B5B6-E0AB4EC8D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9D58168-15D5-8CB5-EF7F-D0D705810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0E907B6-F4AC-7B94-589D-5A2794DE3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4C09D24-651A-C550-76D9-393D4E514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490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D0225F-CAF2-2624-4126-C12666A70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F29C5F-322F-EFD5-E149-03B54B5D4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574AC2D-3749-9041-F52C-DBFE2DEF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487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C6169E-B7DF-A4E4-C581-ECCBCC8C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FCA2E7-6B4C-4195-05E8-1AE336A88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42381C2-3389-2973-2714-227CE0C99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FA8C4F1-8B5F-7A32-43FF-460463350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4E1185-D045-24A7-034D-E0220B53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D19BCF2-970F-5716-E0C5-B6ECB03F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9706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82E538-56E3-3462-A6C7-C00F540AF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9EBF3CE-B74A-1FC1-3AD2-9B7A5A9A8B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95F2DD-05DA-CC6E-A7B3-D5DC582F0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19C3619-1FE7-8518-2E8F-05DB00D11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5F86A6-18D7-9B5F-594C-311EA917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ED7136-EE53-2F42-AEEB-34F7024C5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091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15678-7B0F-04DE-093E-F2E1E26BC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50C33DC-320C-D42A-1D5C-62D069192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2E76F4-3DBE-8EEB-3993-F81B2047F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D55E76-FA00-DFC2-8095-A0BD0EE65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ED0556-149B-1C4D-39FB-01423340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573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A98B599-BC23-9D0F-E7C7-629878783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9921B62-D4F7-3154-34ED-DD29142F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98C666-4030-BA67-0486-DD308906C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E003FD-FD49-43A0-D24A-8C226452E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D7CA1B-6C11-D16C-DD26-4471F46F7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157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46FF96D-AD45-E5AB-FEF5-A32B9071E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E363CEE-269E-10FD-59C8-CC3783BFB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0FC1B7-3B85-5130-FED6-58C09BD79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26497-DE62-4160-BEFD-3ACE8DF3D34D}" type="datetimeFigureOut">
              <a:rPr lang="de-DE" smtClean="0"/>
              <a:t>27.01.2026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AF84D5-5E99-C1FE-46DE-633B37A0C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ACCE62-8486-B8C5-4AD4-0364801F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3EF5A-7514-4853-9EFC-86B13A32C4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0978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E8DB51A-76DF-FB67-F924-C4EE19859ED7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/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AF3D22A-804F-B584-1809-3A8C5B96C88E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Digitale Zeiterfassung &amp; Datenanalyse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A045E1-4AC3-4F77-E85A-AB9FCFD52A77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Projekt zur Analyse meiner Lernzeiten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Technologien: Streamlit, AWS, Power BI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Ziel: Lernen datenbasiert auswerten</a:t>
            </a:r>
          </a:p>
        </p:txBody>
      </p:sp>
    </p:spTree>
    <p:extLst>
      <p:ext uri="{BB962C8B-B14F-4D97-AF65-F5344CB8AC3E}">
        <p14:creationId xmlns:p14="http://schemas.microsoft.com/office/powerpoint/2010/main" val="1330611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90D979-B1A3-FAA8-0F23-942B49E6E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603274C-DB6A-5072-3AED-F3EF334D9106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B5EA21E-5BE6-17A5-3A51-2D0C5A09B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F44A3D-1CCE-E12D-E77D-097FE0E10374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E791D9E-782F-43DA-DB8D-2D33FDC2FE97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Ausgangssituation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B9B6D83-41F9-4A58-6C2C-31662DF71EA8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Mehrere Excel-Dateien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Unterschiedliche Formate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Keine klare Auswertung</a:t>
            </a:r>
          </a:p>
        </p:txBody>
      </p:sp>
    </p:spTree>
    <p:extLst>
      <p:ext uri="{BB962C8B-B14F-4D97-AF65-F5344CB8AC3E}">
        <p14:creationId xmlns:p14="http://schemas.microsoft.com/office/powerpoint/2010/main" val="179343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1B8D8-6A4D-D84F-6D69-0BF9012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20BC21D5-0BE6-C542-8B5B-DC238F4724CB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0DB91D5-7582-796A-D14F-5A1C3EE0E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2171F5DB-60B7-17DB-328B-2F8844163DB0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5F1C7B4-30E2-29FC-C394-E95C7C4B123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Projektziel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40DD62-11AD-252F-F7C7-341B9D9F0E10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Digitale Zeiterfassung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Automatische Speicherung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Visuelle Analyse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Praxisnahes BI-Projekt</a:t>
            </a:r>
          </a:p>
        </p:txBody>
      </p:sp>
    </p:spTree>
    <p:extLst>
      <p:ext uri="{BB962C8B-B14F-4D97-AF65-F5344CB8AC3E}">
        <p14:creationId xmlns:p14="http://schemas.microsoft.com/office/powerpoint/2010/main" val="25053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728C8-8E6A-80C3-9320-D15EBE81C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23DACD0-BD13-C4EB-0455-C49CEEE440D7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B4F7FD9-8AA9-BBAA-5277-BEF82A25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01C048C8-A451-E7E2-7300-ED18A0CEC3FB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24C74E8-1B2F-ACED-309D-29E79FEB2139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Gesamtarchitektur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25F49B-A744-562B-0AF7-9E71392A7BBC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Streamlit → CSV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AWS S3 → Data Lake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Glue &amp; Athena → Struktur &amp; Abfragen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Power BI → Dashboard</a:t>
            </a:r>
          </a:p>
        </p:txBody>
      </p:sp>
    </p:spTree>
    <p:extLst>
      <p:ext uri="{BB962C8B-B14F-4D97-AF65-F5344CB8AC3E}">
        <p14:creationId xmlns:p14="http://schemas.microsoft.com/office/powerpoint/2010/main" val="2253589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D68E69-15AB-58E5-5F06-9D83E0D3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9C40E967-B60D-0511-4C20-CCFE69D24B8F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3819BFF-3B0B-1267-0A41-37B0C10AB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92156D5-7D21-00EA-D8DB-A893A8F15327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FC7EEB0-014C-5C9F-921B-CEBBEF53636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Streamlit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824EAF-BA62-CA03-BC78-DCCD96022AA7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Benutzeroberfläche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Automatische Stundenberechnung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Einheitliches Format</a:t>
            </a:r>
          </a:p>
        </p:txBody>
      </p:sp>
    </p:spTree>
    <p:extLst>
      <p:ext uri="{BB962C8B-B14F-4D97-AF65-F5344CB8AC3E}">
        <p14:creationId xmlns:p14="http://schemas.microsoft.com/office/powerpoint/2010/main" val="1506148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570BF6-FB35-A95E-21FB-2796A6996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790268A-2519-DBE2-5836-9224B3F350D2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A063681-AADF-99AE-F959-BC9C180ED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49089CC1-6BB7-0FA0-975C-4A345A0B8533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8BB6336-A53A-2B7A-CA1B-8463372CE6F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AWS S3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D973FC9-8C17-F2E0-860B-1CABEA9FC8D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Zentrale Datenablage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Trennung von Speicherung &amp; Analyse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Grundlage für BI</a:t>
            </a:r>
          </a:p>
        </p:txBody>
      </p:sp>
    </p:spTree>
    <p:extLst>
      <p:ext uri="{BB962C8B-B14F-4D97-AF65-F5344CB8AC3E}">
        <p14:creationId xmlns:p14="http://schemas.microsoft.com/office/powerpoint/2010/main" val="402973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7AF25A-1615-6661-D0C8-44FED0A1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1BBA55E-E2E1-3E6C-70ED-71B0DDF93BC1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4ABBB5EA-52E7-AA03-5134-AA9778EF1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B27A332-909F-772A-C257-5299C1B3AE6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C2408D9-D1B2-1DC7-5BD6-29DE17D6882A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Glue &amp; Athena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701856B-2FFF-EBA3-2E90-3732B22305C2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Glue: Schema-Erkennung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Athena: SQL-Abfragen auf CSV</a:t>
            </a:r>
          </a:p>
        </p:txBody>
      </p:sp>
    </p:spTree>
    <p:extLst>
      <p:ext uri="{BB962C8B-B14F-4D97-AF65-F5344CB8AC3E}">
        <p14:creationId xmlns:p14="http://schemas.microsoft.com/office/powerpoint/2010/main" val="436462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E6E8D-A475-822D-C990-C25C29D65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8B4120D-B49A-03C2-A2E7-984ADC08AF19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F14AA43-FE95-B436-DCC7-9C95EEE6D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8161F95-5ECA-A39D-B7D4-315CBF2B4FF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D8AD077-057C-B565-80B9-99682E5592EA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Power BI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BC70FEF-82D1-0D9B-1792-107EFDFFD9E5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Dashboards &amp; KPIs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Zeitliche Analysen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Top-Lerntage</a:t>
            </a:r>
          </a:p>
        </p:txBody>
      </p:sp>
    </p:spTree>
    <p:extLst>
      <p:ext uri="{BB962C8B-B14F-4D97-AF65-F5344CB8AC3E}">
        <p14:creationId xmlns:p14="http://schemas.microsoft.com/office/powerpoint/2010/main" val="996735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FF1CC8-4663-A66A-BE33-9520188F0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61E837D-C275-FFE5-D75C-78D5A673CC90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C0D2B1D4-D412-A8A4-F667-89CE1F207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72B1B3F6-6A95-8756-FEE6-71910D2958D1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71499C7-0E0E-382A-AB76-2F47DED1D9A3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Datenmodell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A4D6D38-CA85-4ADE-5901-E7BBC9336011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Fact_Zeiterfassung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Dim_Datum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 err="1">
                <a:solidFill>
                  <a:schemeClr val="bg1"/>
                </a:solidFill>
              </a:rPr>
              <a:t>Dim_Zeit</a:t>
            </a:r>
            <a:endParaRPr lang="de-DE" sz="1400" dirty="0">
              <a:solidFill>
                <a:schemeClr val="bg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Star Schema</a:t>
            </a:r>
          </a:p>
        </p:txBody>
      </p:sp>
    </p:spTree>
    <p:extLst>
      <p:ext uri="{BB962C8B-B14F-4D97-AF65-F5344CB8AC3E}">
        <p14:creationId xmlns:p14="http://schemas.microsoft.com/office/powerpoint/2010/main" val="176020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A52A6-D8EE-AD83-981D-F5D63C93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7BA002D-D014-1038-587A-8EA77C04E276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A9DC840-5A9B-8B0F-E86A-AA4E9D5B4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45277F5-A559-BF15-9885-024D77BCE495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992A27B-6238-3C2C-237E-444144098D8D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Warum Dimensionstabellen?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F2F47F1-8683-BB94-D0C6-8B29F8DCBB4E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Saubere Struktur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Korrekte Sortierung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Bessere Auswertungen</a:t>
            </a:r>
          </a:p>
        </p:txBody>
      </p:sp>
    </p:spTree>
    <p:extLst>
      <p:ext uri="{BB962C8B-B14F-4D97-AF65-F5344CB8AC3E}">
        <p14:creationId xmlns:p14="http://schemas.microsoft.com/office/powerpoint/2010/main" val="1783719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616A3-B137-CB85-042B-EDABE888E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BD775AFA-3F77-94B5-24AD-6D56A5167432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9A7660B-2FBD-6F3D-553E-ACDFA9683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5B97033-11B7-124D-A775-AEE517707ADE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73C13D-72F1-C58D-23CD-F10052A65E40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KPI-Dashboard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6FCF46-9E9C-5A77-5B43-B4EC0C6A1CC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Gesamtlernzeit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Durchschnitt pro Tag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Längster Lerntag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Tagesabschnitte</a:t>
            </a:r>
          </a:p>
        </p:txBody>
      </p:sp>
    </p:spTree>
    <p:extLst>
      <p:ext uri="{BB962C8B-B14F-4D97-AF65-F5344CB8AC3E}">
        <p14:creationId xmlns:p14="http://schemas.microsoft.com/office/powerpoint/2010/main" val="2722553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46EE0-D75C-E368-5939-51B02195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3C2CCADB-AEE3-31AE-68CC-11DD3F695E4E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2D1CB19F-C87C-A768-AD24-902CA35AC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FC40141-D84C-2983-618A-48F53BF3917C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1E10F75-1E60-6B23-0EAB-E4AB67D94BDE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Erkenntnisse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9E9E0-C683-11DC-BAC2-2E335DD002C2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Produktivste Tage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Lernverhalten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Zeitliche Muster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022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0796BE-FC9F-EF7E-CE58-AB787EB8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C64D5AA-0B94-196E-04EE-7C8F4C865B5F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E3A4357-925C-FEEB-1917-810D1B0FF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1EDE187-3C9A-7BE8-9992-D4719E07322C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E2136E3-B840-9101-B73D-38793C06EA6B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Fazit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448C71A-B1DD-34F0-1448-95CA56F5718B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End-to-End BI-Projekt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Cloud + Analyse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a-DK" sz="1400" dirty="0">
                <a:solidFill>
                  <a:schemeClr val="bg1"/>
                </a:solidFill>
              </a:rPr>
              <a:t>Praxisnah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247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C2FB">
            <a:alpha val="5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2FBF71-D4F8-33EE-EF22-06A2C6593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7439E5B1-5D29-275F-8C9E-71F06D4D5C04}"/>
              </a:ext>
            </a:extLst>
          </p:cNvPr>
          <p:cNvSpPr/>
          <p:nvPr/>
        </p:nvSpPr>
        <p:spPr>
          <a:xfrm>
            <a:off x="0" y="0"/>
            <a:ext cx="2359907" cy="6854699"/>
          </a:xfrm>
          <a:prstGeom prst="rect">
            <a:avLst/>
          </a:prstGeom>
          <a:solidFill>
            <a:srgbClr val="007FFF"/>
          </a:solidFill>
          <a:ln>
            <a:solidFill>
              <a:srgbClr val="7F432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EB3A91E-4440-1522-66BF-1DBD22C2C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0" y="88712"/>
            <a:ext cx="671887" cy="4924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2243253-65BF-6A8E-C282-EA35337F7602}"/>
              </a:ext>
            </a:extLst>
          </p:cNvPr>
          <p:cNvSpPr txBox="1"/>
          <p:nvPr/>
        </p:nvSpPr>
        <p:spPr>
          <a:xfrm>
            <a:off x="781537" y="88712"/>
            <a:ext cx="1529019" cy="492443"/>
          </a:xfrm>
          <a:prstGeom prst="rect">
            <a:avLst/>
          </a:prstGeom>
          <a:solidFill>
            <a:schemeClr val="bg1"/>
          </a:solidFill>
          <a:ln>
            <a:solidFill>
              <a:srgbClr val="007F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400" b="1" dirty="0">
                <a:solidFill>
                  <a:srgbClr val="1034A6"/>
                </a:solidFill>
              </a:rPr>
              <a:t>Zeiterfassung</a:t>
            </a:r>
          </a:p>
          <a:p>
            <a:pPr algn="ctr"/>
            <a:r>
              <a:rPr lang="de-DE" sz="1200" b="1" dirty="0">
                <a:solidFill>
                  <a:srgbClr val="1034A6"/>
                </a:solidFill>
              </a:rPr>
              <a:t> Elena </a:t>
            </a:r>
            <a:r>
              <a:rPr lang="de-DE" sz="1200" b="1" dirty="0" err="1">
                <a:solidFill>
                  <a:srgbClr val="1034A6"/>
                </a:solidFill>
              </a:rPr>
              <a:t>Wowchik</a:t>
            </a:r>
            <a:endParaRPr lang="de-DE" sz="1200" b="1" dirty="0">
              <a:solidFill>
                <a:srgbClr val="1034A6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D4EB76E-9C73-EE68-8D72-CB8EE90881E9}"/>
              </a:ext>
            </a:extLst>
          </p:cNvPr>
          <p:cNvSpPr txBox="1">
            <a:spLocks/>
          </p:cNvSpPr>
          <p:nvPr/>
        </p:nvSpPr>
        <p:spPr>
          <a:xfrm>
            <a:off x="3092093" y="8871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Ausblick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B212D5-1C37-5F89-EBE4-CA23CAF4E1A8}"/>
              </a:ext>
            </a:extLst>
          </p:cNvPr>
          <p:cNvSpPr txBox="1">
            <a:spLocks/>
          </p:cNvSpPr>
          <p:nvPr/>
        </p:nvSpPr>
        <p:spPr>
          <a:xfrm>
            <a:off x="110534" y="1524244"/>
            <a:ext cx="2138837" cy="23674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 Nutzer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Mehr KPIs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de-DE" sz="1400" dirty="0">
                <a:solidFill>
                  <a:schemeClr val="bg1"/>
                </a:solidFill>
              </a:rPr>
              <a:t>Automatisierung</a:t>
            </a:r>
          </a:p>
          <a:p>
            <a:pPr algn="l"/>
            <a:endParaRPr lang="de-DE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44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200</Words>
  <Application>Microsoft Office PowerPoint</Application>
  <PresentationFormat>Breitbild</PresentationFormat>
  <Paragraphs>87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Donald Brim</dc:creator>
  <cp:lastModifiedBy>evovtch</cp:lastModifiedBy>
  <cp:revision>6</cp:revision>
  <dcterms:created xsi:type="dcterms:W3CDTF">2025-03-09T12:27:48Z</dcterms:created>
  <dcterms:modified xsi:type="dcterms:W3CDTF">2026-01-27T11:56:03Z</dcterms:modified>
</cp:coreProperties>
</file>