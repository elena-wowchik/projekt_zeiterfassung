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C2FB"/>
    <a:srgbClr val="D1EAF0"/>
    <a:srgbClr val="BCD4E6"/>
    <a:srgbClr val="1034A6"/>
    <a:srgbClr val="191970"/>
    <a:srgbClr val="007FFF"/>
    <a:srgbClr val="643200"/>
    <a:srgbClr val="7F432F"/>
    <a:srgbClr val="060B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6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1A816-2209-8637-892F-892B8F420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889795-BB0B-F60C-DCDE-2B5C3EAAF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CD2AAC-8E39-7503-C724-F8F75D0E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8C77AE-576F-0FF1-9314-DC0F6A7C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6B175-48AC-8685-D97E-1ED552C8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670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D0A66-EB40-98D8-0AD5-E0EE46C1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A94E4D-ECE0-0087-A3EE-0C3B4B9B3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0B9A3F-9D93-B5D3-2828-052375FB5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B79F36-61B1-AC42-C0D9-B34DFC458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E50904-2981-7723-E362-332E3830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429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ED9622-5BEC-3BE4-372E-8733EDC6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AB4B8B-1E57-7CF3-07A5-9F7CC4141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ED2EAE-4CC7-92A0-1DD8-3EFCD427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78DAFC-ED3D-8AA1-0C06-FCFBFE6F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50DB51-6A1C-9151-C298-8AF9110A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056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745AB0-3799-40D8-D295-C939A675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0114E1-AF34-40E3-F7E5-D42A9DF5D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8CC5CF6-170A-75D3-32F3-224DBCF4B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CBD6B0-5AD9-C194-B333-32EE7F68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24.01.2026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082815-D74D-5CED-B1EB-5A51AA05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BF6D70-CAB4-6C75-0E3B-84589301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1746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169F8-4CE1-2942-3DDE-BE5CDE90C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DD7B3D-9055-5DC0-DF65-69A6A80E1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129490-5576-139D-697E-487B5F90F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BC22D09-294F-776B-95A0-054611A9E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026790C-557A-119C-D1B0-03F1F4A6A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32E58EE-A8B8-0EA2-8240-139001561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24.01.2026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E53BD16-2057-8B5D-3226-E58F0B637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24B63F-F107-9C12-FEC0-5D0CA913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500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604696-6363-26AB-B5B6-E0AB4EC8D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D58168-15D5-8CB5-EF7F-D0D705810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24.01.2026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0E907B6-F4AC-7B94-589D-5A2794DE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C09D24-651A-C550-76D9-393D4E51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349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ED0225F-CAF2-2624-4126-C12666A7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24.01.2026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F29C5F-322F-EFD5-E149-03B54B5D4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74AC2D-3749-9041-F52C-DBFE2DEF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487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C6169E-B7DF-A4E4-C581-ECCBCC8C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FCA2E7-6B4C-4195-05E8-1AE336A88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42381C2-3389-2973-2714-227CE0C99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A8C4F1-8B5F-7A32-43FF-460463350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24.01.2026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4E1185-D045-24A7-034D-E0220B53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19BCF2-970F-5716-E0C5-B6ECB03F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9706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2E538-56E3-3462-A6C7-C00F540AF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9EBF3CE-B74A-1FC1-3AD2-9B7A5A9A8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95F2DD-05DA-CC6E-A7B3-D5DC582F0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9C3619-1FE7-8518-2E8F-05DB00D1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24.01.2026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5F86A6-18D7-9B5F-594C-311EA917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ED7136-EE53-2F42-AEEB-34F7024C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09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215678-7B0F-04DE-093E-F2E1E26BC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50C33DC-320C-D42A-1D5C-62D069192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2E76F4-3DBE-8EEB-3993-F81B2047F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D55E76-FA00-DFC2-8095-A0BD0EE65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ED0556-149B-1C4D-39FB-01423340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57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A98B599-BC23-9D0F-E7C7-629878783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921B62-D4F7-3154-34ED-DD29142FA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98C666-4030-BA67-0486-DD308906C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E003FD-FD49-43A0-D24A-8C226452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D7CA1B-6C11-D16C-DD26-4471F46F7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157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46FF96D-AD45-E5AB-FEF5-A32B9071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363CEE-269E-10FD-59C8-CC3783BFB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0FC1B7-3B85-5130-FED6-58C09BD79D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26497-DE62-4160-BEFD-3ACE8DF3D34D}" type="datetimeFigureOut">
              <a:rPr lang="de-DE" smtClean="0"/>
              <a:t>24.01.2026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AF84D5-5E99-C1FE-46DE-633B37A0C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ACCE62-8486-B8C5-4AD4-0364801FB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097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E8DB51A-76DF-FB67-F924-C4EE19859ED7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/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611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Donald Brim</dc:creator>
  <cp:lastModifiedBy>evovtch</cp:lastModifiedBy>
  <cp:revision>4</cp:revision>
  <dcterms:created xsi:type="dcterms:W3CDTF">2025-03-09T12:27:48Z</dcterms:created>
  <dcterms:modified xsi:type="dcterms:W3CDTF">2026-01-24T11:22:05Z</dcterms:modified>
</cp:coreProperties>
</file>